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 SemiBold"/>
      <p:regular r:id="rId13"/>
      <p:bold r:id="rId14"/>
      <p:italic r:id="rId15"/>
      <p:boldItalic r:id="rId16"/>
    </p:embeddedFon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regular.fntdata"/><Relationship Id="rId13" Type="http://schemas.openxmlformats.org/officeDocument/2006/relationships/font" Target="fonts/MontserratSemiBold-regular.fntdata"/><Relationship Id="rId24" Type="http://schemas.openxmlformats.org/officeDocument/2006/relationships/font" Target="fonts/MontserratMedium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SemiBold-italic.fntdata"/><Relationship Id="rId14" Type="http://schemas.openxmlformats.org/officeDocument/2006/relationships/font" Target="fonts/MontserratSemiBold-bold.fntdata"/><Relationship Id="rId17" Type="http://schemas.openxmlformats.org/officeDocument/2006/relationships/font" Target="fonts/Montserrat-regular.fntdata"/><Relationship Id="rId16" Type="http://schemas.openxmlformats.org/officeDocument/2006/relationships/font" Target="fonts/MontserratSemiBold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18674844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18674844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186748443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186748443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186748443_0_2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9186748443_0_2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19d146eff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3919d146eff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19d146ef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919d146ef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FBE097"/>
          </a:solidFill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Navigating n8n cloud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2000875" y="1387060"/>
            <a:ext cx="261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“Dashboard”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“Admin Panel”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https://app.n8n.cloud/dashboard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18712" y="1271750"/>
            <a:ext cx="1774800" cy="111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118712" y="2498275"/>
            <a:ext cx="1774800" cy="111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Instance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18712" y="3724800"/>
            <a:ext cx="1774800" cy="111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b="1"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000875" y="2639432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“Home”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“Overview”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https://eddonner.app.n8n.cloud/home/workflows</a:t>
            </a:r>
            <a:endParaRPr b="1" sz="9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2034800" y="3865957"/>
            <a:ext cx="3702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“Canvas”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“Editor”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https://eddonner.app.n8n.cloud/workflow/xxxxx</a:t>
            </a:r>
            <a:endParaRPr b="1"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Some initial terminology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n8n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171437" y="1845526"/>
            <a:ext cx="5379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Node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step in a business process - can be a Trigger or an Action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Connection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link - passes data from the output of one node to the input of another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collection of nodes connected together to automate a process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Execution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single run of a workflow; can be Manual (testing) or Active (production)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Templates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 prebuilt workflow that you can use as a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starting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point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350450" y="1031025"/>
            <a:ext cx="323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we’ll mostly pick it up as we go</a:t>
            </a:r>
            <a:endParaRPr b="1" sz="9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/>
        </p:nvSpPr>
        <p:spPr>
          <a:xfrm>
            <a:off x="2799600" y="1190500"/>
            <a:ext cx="26343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are in control! </a:t>
            </a: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 need to spend anything.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don’t need to pick the same integrations as me - feel free to experiment and explore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Integrations can be a pain. Check the docs; plenty of patience may be needed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All integrations are optional and most have free tiers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Recap: Integrations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API CHARGES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425" y="1096088"/>
            <a:ext cx="2552724" cy="3829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48" name="Google Shape;148;p19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0" name="Google Shape;150;p19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51" name="Google Shape;151;p19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19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53" name="Google Shape;153;p19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54" name="Google Shape;154;p19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5" name="Google Shape;155;p19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